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5" r:id="rId3"/>
    <p:sldId id="272" r:id="rId4"/>
    <p:sldId id="261" r:id="rId5"/>
    <p:sldId id="263" r:id="rId6"/>
    <p:sldId id="264" r:id="rId7"/>
    <p:sldId id="270" r:id="rId8"/>
    <p:sldId id="271" r:id="rId9"/>
    <p:sldId id="266" r:id="rId10"/>
    <p:sldId id="267" r:id="rId11"/>
    <p:sldId id="269" r:id="rId12"/>
    <p:sldId id="268" r:id="rId13"/>
    <p:sldId id="262" r:id="rId14"/>
    <p:sldId id="25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822110-B00D-4CCF-8DF2-1C627B7504CB}" v="1097" dt="2026-10-14T19:28:41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44DB5-06BB-0E02-0B90-19DADDA32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AA7FD1-3192-D9DC-AB24-2D77D3B15E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D5CB7-6A7A-322D-B9E2-82FDBEFA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4E44B-1655-65C8-7110-F3906BADB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C80FD-2786-6349-ABDA-452333CE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2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F434F-ED52-AC5B-A2E9-558007C85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74740-5006-F496-2D3B-824F986FB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FCABB-0ABD-2BC9-05DC-3DE2A73CA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089A5-06A3-5B7C-5297-E04B9084F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07A6A-45DD-DB03-18B5-CD1FA4C92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5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8DA29-AC18-B676-E43B-73FCC912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BF56FD-8BE4-DCC1-9CAE-8A2C06908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B0684-4551-7A78-A923-C0927937A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E50BB-AAF8-81FF-93D5-DEE5D99B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A1CCC-AAA2-80C8-6631-47DF4E5C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760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D4955-1158-3F1E-369F-64F94976B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EC42D-3D15-9F9E-FCB0-E76709A4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A74EC-76AA-4B14-3289-7C8CD89F8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8754B2-751C-CC2B-2F9E-A4BBE5F12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4AC9F-DF02-D49D-E63F-3E0CE7617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3BE65-5E48-E4EB-7EB0-D5350258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90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21C67-EF84-D365-93D9-F56FBA451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F7B56-A07C-10CF-C5B5-654248AF9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6AEDF0-5C33-0659-A38B-AFECEB2C94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E6E02-A880-E93E-0763-C5FB2D4C6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622C19-FE35-8240-6B8F-251525C941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119672-2A0A-BD53-7563-F637B23B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B6DF4-F6E0-460E-ED20-CD2B32C28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209B08-A02D-A4C4-E862-5448495D2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48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393-1ED9-5FE4-C9BE-F14B9F072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F692D-77A4-412C-704A-C15E99E6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B3F5B4-A8BA-2A10-0EF4-78891666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4F5D2B-6F35-6155-CD6E-CDED9BDC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696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13E03B-894D-319A-5D7B-64AC00BA6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CE52C2-0ED1-3D31-9DEF-1C0EBA5E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3E7F4-60D2-A606-3225-7D5ED6EC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257C-9887-B524-CD94-0163ADD46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A0AA3-F4D9-7693-A992-53B8B8CAB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89A6-F2AE-F287-5B2C-1F1E2544E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FAD5-58F1-B598-2572-0DDE7D5F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9088F-67C2-E51C-34C5-8FA9B359D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F173-D2D5-F331-C77C-A976CBEAF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67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6FFF-874D-074E-9ED6-EA32F9F74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26F173-AB8A-B13C-4104-BDD83AAF16C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1292B9-FDDC-72BB-43DA-2EDD0F1B6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C4ACB-D0A9-F2AB-DF3E-5A250E4B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E38DF-7094-2E4F-FFD9-B4CAB72A1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97528-4EC1-59B7-D279-90ED051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90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1B1B-9A4E-E413-4F92-E03DEBAE5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43DD57-5E6D-0D87-3BB3-8E2D2B20D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8C4F6-5E8B-BE68-8119-E1DF1201A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0980B-3946-42A9-D0EA-B5A690D88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814A0-4655-AFAF-ED41-5FB82EFC0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9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700BBE-A1ED-D8D5-F723-0B288D316A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F5D50D-1EDF-DE7A-4AD0-354F23CF2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631AF-7713-218F-2A50-48E542EAF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7C3C-0E3B-B9CD-9C0B-258FC9A11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609E6-2E47-0504-D0F6-2D0AA14C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10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30680F-A7E3-3EB3-2062-846BD85E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E764C-AA33-93D2-D7DD-2EE068337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10AF9-3068-9C44-4D22-03E74993CD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7FE77-200D-49C5-A076-06A10B1B9D3E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24AC-4070-1041-844C-E71F9B1A35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A169-B624-33FC-C49C-502C9E481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2807A-8997-4CF4-97D4-C9029D0F38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14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1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57CD8-B029-B245-9F04-4F9D4B9D7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3E36BE-F632-9A97-1577-3E34929DE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046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ED4E1-6D4D-EB46-5844-A8FF18F11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26D142-CEAD-84B3-C0B5-58E70729B9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3650" y="0"/>
            <a:ext cx="102933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475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2EB2F-AC99-49D4-245F-F8CFBB90C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02EB53C-6ADB-2634-91BB-D1419A00F6F1}"/>
              </a:ext>
            </a:extLst>
          </p:cNvPr>
          <p:cNvSpPr txBox="1"/>
          <p:nvPr/>
        </p:nvSpPr>
        <p:spPr>
          <a:xfrm>
            <a:off x="5303681" y="1105973"/>
            <a:ext cx="1573906" cy="4723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/>
              <a:t>Motivation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81B191-C919-4DDA-51C6-42D631CE20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326" r="210" b="15326"/>
          <a:stretch>
            <a:fillRect/>
          </a:stretch>
        </p:blipFill>
        <p:spPr>
          <a:xfrm>
            <a:off x="2787069" y="4159073"/>
            <a:ext cx="6617872" cy="25110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80A1AC-9627-73EE-64CC-D5F28A608BA6}"/>
              </a:ext>
            </a:extLst>
          </p:cNvPr>
          <p:cNvSpPr txBox="1"/>
          <p:nvPr/>
        </p:nvSpPr>
        <p:spPr>
          <a:xfrm>
            <a:off x="2031782" y="1978696"/>
            <a:ext cx="9687146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At CRM </a:t>
            </a:r>
            <a:r>
              <a:rPr lang="en-US" sz="2400"/>
              <a:t>Elevate, we</a:t>
            </a:r>
            <a:r>
              <a:rPr lang="en-US" sz="2400" dirty="0"/>
              <a:t> heard business leaders discuss the impact of the </a:t>
            </a:r>
            <a:r>
              <a:rPr lang="en-US" sz="2400"/>
              <a:t>unexpected growth of Progressive's Pet Insurance.</a:t>
            </a:r>
            <a:endParaRPr lang="en-US" sz="2400" dirty="0"/>
          </a:p>
          <a:p>
            <a:endParaRPr lang="en-US" sz="2400" dirty="0"/>
          </a:p>
          <a:p>
            <a:r>
              <a:rPr lang="en-US" sz="2400"/>
              <a:t>How can we capture more of this growing market?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1756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C5FF0-199F-8691-1FD5-DCF11601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C93D93-E32C-50B9-4A12-861B49C20E98}"/>
              </a:ext>
            </a:extLst>
          </p:cNvPr>
          <p:cNvSpPr txBox="1"/>
          <p:nvPr/>
        </p:nvSpPr>
        <p:spPr>
          <a:xfrm>
            <a:off x="4133850" y="1181100"/>
            <a:ext cx="5448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You’re Away, Who’s Watching?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0D32009-6CCA-13F2-47AC-2977BDE828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8724" y="4135749"/>
            <a:ext cx="663574" cy="6635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C4417A-FD8F-8660-FD30-63886F3DA2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575" y="4196059"/>
            <a:ext cx="663575" cy="663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84B0EF-A7B4-4B40-AE60-258AD7B87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449" y="2154237"/>
            <a:ext cx="765175" cy="765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1B3877-3B3D-E5B6-4003-59EF3886AD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412" y="2127250"/>
            <a:ext cx="765175" cy="76517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2D7650-83BA-21EE-708F-A7FEF9B8C208}"/>
              </a:ext>
            </a:extLst>
          </p:cNvPr>
          <p:cNvSpPr txBox="1"/>
          <p:nvPr/>
        </p:nvSpPr>
        <p:spPr>
          <a:xfrm>
            <a:off x="2012949" y="2892425"/>
            <a:ext cx="17780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Is the room too hot or cold?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56E648-DB93-48F5-669E-0828023956A3}"/>
              </a:ext>
            </a:extLst>
          </p:cNvPr>
          <p:cNvSpPr txBox="1"/>
          <p:nvPr/>
        </p:nvSpPr>
        <p:spPr>
          <a:xfrm>
            <a:off x="7821611" y="2919412"/>
            <a:ext cx="1212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Where is my pet?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7C40B9-4D19-7014-86EE-9ABCAF893B4A}"/>
              </a:ext>
            </a:extLst>
          </p:cNvPr>
          <p:cNvSpPr txBox="1"/>
          <p:nvPr/>
        </p:nvSpPr>
        <p:spPr>
          <a:xfrm>
            <a:off x="2200636" y="4843574"/>
            <a:ext cx="12668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Can I check in?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7EF049-8213-A327-279B-FFAD6E0F7F52}"/>
              </a:ext>
            </a:extLst>
          </p:cNvPr>
          <p:cNvSpPr txBox="1"/>
          <p:nvPr/>
        </p:nvSpPr>
        <p:spPr>
          <a:xfrm>
            <a:off x="8728866" y="4859634"/>
            <a:ext cx="10429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Is my pet safe?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4F97E2E-B42F-8702-07E3-9BB72FECFC0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3805" y="5026365"/>
            <a:ext cx="809454" cy="8094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96016A8-F997-A994-2D91-77C0971BFCA3}"/>
              </a:ext>
            </a:extLst>
          </p:cNvPr>
          <p:cNvSpPr txBox="1"/>
          <p:nvPr/>
        </p:nvSpPr>
        <p:spPr>
          <a:xfrm>
            <a:off x="5347182" y="5708861"/>
            <a:ext cx="12827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Has my pet eaten?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93E46F7-7F00-125D-22F4-6C850FF61F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5" y="3019383"/>
            <a:ext cx="1778001" cy="133350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0E8FE1-E694-B1FD-6BCE-D09DA943E7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239" y="4091498"/>
            <a:ext cx="707825" cy="70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283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AE6BE-0203-017C-5F7A-5EF59E29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98AC9-B908-9FFD-9A97-E6403E0D92AF}"/>
              </a:ext>
            </a:extLst>
          </p:cNvPr>
          <p:cNvSpPr txBox="1"/>
          <p:nvPr/>
        </p:nvSpPr>
        <p:spPr>
          <a:xfrm>
            <a:off x="4696138" y="1091818"/>
            <a:ext cx="3043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Meet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8CCAB5-AED9-18F7-EDD3-0C248881126B}"/>
              </a:ext>
            </a:extLst>
          </p:cNvPr>
          <p:cNvSpPr txBox="1"/>
          <p:nvPr/>
        </p:nvSpPr>
        <p:spPr>
          <a:xfrm>
            <a:off x="3756606" y="1571259"/>
            <a:ext cx="48061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 Raspberry Pi powered pet safety and monitoring system for when owners are away.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2AACBB-BD77-1B64-A05D-7E623F200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7227" y="4341811"/>
            <a:ext cx="663574" cy="6635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FD0FD07-8947-04FA-EC95-8FC78737F280}"/>
              </a:ext>
            </a:extLst>
          </p:cNvPr>
          <p:cNvSpPr txBox="1"/>
          <p:nvPr/>
        </p:nvSpPr>
        <p:spPr>
          <a:xfrm>
            <a:off x="1686045" y="4140426"/>
            <a:ext cx="126682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Live check-in!!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DD63A5-3443-99A5-74A5-BDFD243565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742" y="4297560"/>
            <a:ext cx="707825" cy="7078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96055-05F9-EC5D-56E5-67002AFFCC1D}"/>
              </a:ext>
            </a:extLst>
          </p:cNvPr>
          <p:cNvSpPr txBox="1"/>
          <p:nvPr/>
        </p:nvSpPr>
        <p:spPr>
          <a:xfrm>
            <a:off x="1372724" y="5005385"/>
            <a:ext cx="21291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See and hear your pet in real-time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FBF9E4-890D-5AE4-2175-62713E4DD8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5534" y="2218631"/>
            <a:ext cx="765175" cy="7651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2F1AC9-667E-7BDA-50A2-2B984BBF0FE0}"/>
              </a:ext>
            </a:extLst>
          </p:cNvPr>
          <p:cNvSpPr txBox="1"/>
          <p:nvPr/>
        </p:nvSpPr>
        <p:spPr>
          <a:xfrm>
            <a:off x="9189365" y="2040157"/>
            <a:ext cx="11003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Pet Proximity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1A42EE-278D-4898-3F53-849E246B65D0}"/>
              </a:ext>
            </a:extLst>
          </p:cNvPr>
          <p:cNvSpPr txBox="1"/>
          <p:nvPr/>
        </p:nvSpPr>
        <p:spPr>
          <a:xfrm>
            <a:off x="8905884" y="2983806"/>
            <a:ext cx="26593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Estimate how close your pet is to the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504D9EE-44ED-2D16-E56A-6F01BF6EB2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459" y="2274485"/>
            <a:ext cx="765175" cy="7651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1E0758B-848F-CAFF-C3C4-71063AA76F37}"/>
              </a:ext>
            </a:extLst>
          </p:cNvPr>
          <p:cNvSpPr txBox="1"/>
          <p:nvPr/>
        </p:nvSpPr>
        <p:spPr>
          <a:xfrm>
            <a:off x="1902258" y="2091673"/>
            <a:ext cx="1703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Environment Monitoring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38660-005D-EF5B-B7CB-F4E819317623}"/>
              </a:ext>
            </a:extLst>
          </p:cNvPr>
          <p:cNvSpPr txBox="1"/>
          <p:nvPr/>
        </p:nvSpPr>
        <p:spPr>
          <a:xfrm>
            <a:off x="1444162" y="3039660"/>
            <a:ext cx="226178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Monitor Temperature and Humidity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65C5F91-6AB5-9DEE-311D-67F84F6822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2537" y="3989615"/>
            <a:ext cx="809454" cy="80945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1D29A0-6E3C-FBA4-278A-9FA34570E315}"/>
              </a:ext>
            </a:extLst>
          </p:cNvPr>
          <p:cNvSpPr txBox="1"/>
          <p:nvPr/>
        </p:nvSpPr>
        <p:spPr>
          <a:xfrm>
            <a:off x="8391667" y="3862657"/>
            <a:ext cx="15057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Feeding Awareness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0FFA67-7DCC-A2E1-FA90-C90AB2AEDD27}"/>
              </a:ext>
            </a:extLst>
          </p:cNvPr>
          <p:cNvSpPr txBox="1"/>
          <p:nvPr/>
        </p:nvSpPr>
        <p:spPr>
          <a:xfrm>
            <a:off x="7650447" y="4673598"/>
            <a:ext cx="27936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Track whether food was dispensed or eaten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F78113CA-FC6F-3407-C733-7EE6AD8DC9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0444" y="5259301"/>
            <a:ext cx="663575" cy="6635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EFE64B7-6B12-0B63-8047-910AE790C56F}"/>
              </a:ext>
            </a:extLst>
          </p:cNvPr>
          <p:cNvSpPr txBox="1"/>
          <p:nvPr/>
        </p:nvSpPr>
        <p:spPr>
          <a:xfrm>
            <a:off x="5917503" y="5464130"/>
            <a:ext cx="24741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Peace of Mind</a:t>
            </a:r>
          </a:p>
          <a:p>
            <a:r>
              <a:rPr lang="en-US" sz="1050" dirty="0"/>
              <a:t>Better awareness when pets are home alone 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E256663-FD7A-5E3F-1404-D360971F3CD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8396" y="2933883"/>
            <a:ext cx="1778001" cy="133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64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F2526E-1E1A-541C-C173-DAB0B9CC3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1EBF3-B685-27FE-3A1B-2985877E71D6}"/>
              </a:ext>
            </a:extLst>
          </p:cNvPr>
          <p:cNvSpPr txBox="1"/>
          <p:nvPr/>
        </p:nvSpPr>
        <p:spPr>
          <a:xfrm>
            <a:off x="4771623" y="1165538"/>
            <a:ext cx="305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Building Pet Guardian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0D837-63ED-1610-50F3-EFFED0627736}"/>
              </a:ext>
            </a:extLst>
          </p:cNvPr>
          <p:cNvSpPr txBox="1"/>
          <p:nvPr/>
        </p:nvSpPr>
        <p:spPr>
          <a:xfrm>
            <a:off x="4462529" y="1562809"/>
            <a:ext cx="37705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The hardware powering pet safety, monitoring, and awareness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43D76-6507-7713-0608-CD1BD5C15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781" y="3163651"/>
            <a:ext cx="1901515" cy="1202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58E907-B36F-6BF0-3BBE-8F56648EA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2276" y="5096574"/>
            <a:ext cx="798694" cy="567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703796-312C-1184-6A3B-2906568E0C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958" y="5546206"/>
            <a:ext cx="693163" cy="6735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1D3E81-3A00-08E6-DFD5-EDB1DB1F5E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9513" y="5015256"/>
            <a:ext cx="750926" cy="6735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736CA-49AB-5C7A-35D3-D8A82C0BA0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3167" y="1951955"/>
            <a:ext cx="775044" cy="6797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FE8A5FA-C311-F31E-EDA4-4696DE0568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013" y="2380102"/>
            <a:ext cx="654309" cy="107654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D22BCE-BD71-79D5-0386-374C5F6E47D4}"/>
              </a:ext>
            </a:extLst>
          </p:cNvPr>
          <p:cNvSpPr txBox="1"/>
          <p:nvPr/>
        </p:nvSpPr>
        <p:spPr>
          <a:xfrm>
            <a:off x="3553640" y="2008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Camera Module</a:t>
            </a:r>
          </a:p>
          <a:p>
            <a:r>
              <a:rPr lang="en-US" sz="900" dirty="0"/>
              <a:t>Live Video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EE7029-BE4F-E6C9-2BE7-FC031D51B8D2}"/>
              </a:ext>
            </a:extLst>
          </p:cNvPr>
          <p:cNvSpPr txBox="1"/>
          <p:nvPr/>
        </p:nvSpPr>
        <p:spPr>
          <a:xfrm>
            <a:off x="9418032" y="1562809"/>
            <a:ext cx="1029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Microphone</a:t>
            </a:r>
          </a:p>
          <a:p>
            <a:r>
              <a:rPr lang="en-US" sz="900" dirty="0"/>
              <a:t>Audio Monitoring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FD3FAC-E1A5-4B9F-3935-650462B7A71C}"/>
              </a:ext>
            </a:extLst>
          </p:cNvPr>
          <p:cNvSpPr txBox="1"/>
          <p:nvPr/>
        </p:nvSpPr>
        <p:spPr>
          <a:xfrm>
            <a:off x="6687532" y="4366543"/>
            <a:ext cx="7906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Central Hub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D587B9-B253-4977-FD7D-736BFF3227B9}"/>
              </a:ext>
            </a:extLst>
          </p:cNvPr>
          <p:cNvSpPr txBox="1"/>
          <p:nvPr/>
        </p:nvSpPr>
        <p:spPr>
          <a:xfrm>
            <a:off x="4280142" y="5688767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BME 280 Sensor</a:t>
            </a:r>
          </a:p>
          <a:p>
            <a:r>
              <a:rPr lang="en-US" sz="900" dirty="0"/>
              <a:t>Temp/Humidity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10CA39-B8F9-C3BC-6195-C7EF706B2D67}"/>
              </a:ext>
            </a:extLst>
          </p:cNvPr>
          <p:cNvSpPr txBox="1"/>
          <p:nvPr/>
        </p:nvSpPr>
        <p:spPr>
          <a:xfrm>
            <a:off x="9790289" y="5713850"/>
            <a:ext cx="837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/>
              <a:t>BLE Pet Tag</a:t>
            </a:r>
          </a:p>
          <a:p>
            <a:r>
              <a:rPr lang="en-US" sz="900" dirty="0"/>
              <a:t>Pet Proximity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D9C44D-C1EA-E890-32FB-AC23F6E18DC7}"/>
              </a:ext>
            </a:extLst>
          </p:cNvPr>
          <p:cNvSpPr txBox="1"/>
          <p:nvPr/>
        </p:nvSpPr>
        <p:spPr>
          <a:xfrm>
            <a:off x="6636851" y="6238450"/>
            <a:ext cx="1144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Load Cell</a:t>
            </a:r>
          </a:p>
          <a:p>
            <a:r>
              <a:rPr lang="en-US" sz="900" dirty="0"/>
              <a:t>Feeding awareness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A70837-7FB7-1EDB-3D29-2CB70CFCEF5B}"/>
              </a:ext>
            </a:extLst>
          </p:cNvPr>
          <p:cNvCxnSpPr>
            <a:stCxn id="15" idx="3"/>
          </p:cNvCxnSpPr>
          <p:nvPr/>
        </p:nvCxnSpPr>
        <p:spPr>
          <a:xfrm>
            <a:off x="4492322" y="2918376"/>
            <a:ext cx="1688459" cy="245275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E701CAB-8DDC-761B-3EB3-A22932C856AF}"/>
              </a:ext>
            </a:extLst>
          </p:cNvPr>
          <p:cNvCxnSpPr>
            <a:stCxn id="13" idx="1"/>
          </p:cNvCxnSpPr>
          <p:nvPr/>
        </p:nvCxnSpPr>
        <p:spPr>
          <a:xfrm flipH="1">
            <a:off x="8082296" y="2291841"/>
            <a:ext cx="1650871" cy="871810"/>
          </a:xfrm>
          <a:prstGeom prst="line">
            <a:avLst/>
          </a:prstGeom>
          <a:ln w="31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A63B1C-4524-D897-0C38-39F848558450}"/>
              </a:ext>
            </a:extLst>
          </p:cNvPr>
          <p:cNvCxnSpPr>
            <a:stCxn id="11" idx="1"/>
            <a:endCxn id="5" idx="3"/>
          </p:cNvCxnSpPr>
          <p:nvPr/>
        </p:nvCxnSpPr>
        <p:spPr>
          <a:xfrm flipH="1" flipV="1">
            <a:off x="8082296" y="3765097"/>
            <a:ext cx="1827217" cy="1586915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E9B04F7-C20D-E60E-A7F4-A3CE309D2DD3}"/>
              </a:ext>
            </a:extLst>
          </p:cNvPr>
          <p:cNvCxnSpPr>
            <a:stCxn id="9" idx="0"/>
          </p:cNvCxnSpPr>
          <p:nvPr/>
        </p:nvCxnSpPr>
        <p:spPr>
          <a:xfrm flipV="1">
            <a:off x="7131540" y="4366543"/>
            <a:ext cx="418610" cy="1179663"/>
          </a:xfrm>
          <a:prstGeom prst="line">
            <a:avLst/>
          </a:prstGeom>
          <a:ln w="3175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C690FEC-F5EB-A0B8-CE78-E5D961BD8A6B}"/>
              </a:ext>
            </a:extLst>
          </p:cNvPr>
          <p:cNvCxnSpPr>
            <a:stCxn id="7" idx="0"/>
            <a:endCxn id="5" idx="1"/>
          </p:cNvCxnSpPr>
          <p:nvPr/>
        </p:nvCxnSpPr>
        <p:spPr>
          <a:xfrm flipV="1">
            <a:off x="4771623" y="3765097"/>
            <a:ext cx="1409158" cy="1331477"/>
          </a:xfrm>
          <a:prstGeom prst="line">
            <a:avLst/>
          </a:prstGeom>
          <a:ln w="3175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414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90B8E1-2D1F-6D3E-EB0D-1ABD05AB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BDAC5B6-20CE-447F-8BA1-F2274AC7A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1D22B31-BF8F-446B-9009-8A251FB17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3094406 w 12192000"/>
              <a:gd name="connsiteY0" fmla="*/ 283966 h 6858000"/>
              <a:gd name="connsiteX1" fmla="*/ 3038833 w 12192000"/>
              <a:gd name="connsiteY1" fmla="*/ 309661 h 6858000"/>
              <a:gd name="connsiteX2" fmla="*/ 3348384 w 12192000"/>
              <a:gd name="connsiteY2" fmla="*/ 406000 h 6858000"/>
              <a:gd name="connsiteX3" fmla="*/ 2864309 w 12192000"/>
              <a:gd name="connsiteY3" fmla="*/ 355295 h 6858000"/>
              <a:gd name="connsiteX4" fmla="*/ 2856039 w 12192000"/>
              <a:gd name="connsiteY4" fmla="*/ 388058 h 6858000"/>
              <a:gd name="connsiteX5" fmla="*/ 3405794 w 12192000"/>
              <a:gd name="connsiteY5" fmla="*/ 512089 h 6858000"/>
              <a:gd name="connsiteX6" fmla="*/ 3356651 w 12192000"/>
              <a:gd name="connsiteY6" fmla="*/ 531204 h 6858000"/>
              <a:gd name="connsiteX7" fmla="*/ 3064552 w 12192000"/>
              <a:gd name="connsiteY7" fmla="*/ 483228 h 6858000"/>
              <a:gd name="connsiteX8" fmla="*/ 3005765 w 12192000"/>
              <a:gd name="connsiteY8" fmla="*/ 495708 h 6858000"/>
              <a:gd name="connsiteX9" fmla="*/ 3034700 w 12192000"/>
              <a:gd name="connsiteY9" fmla="*/ 553823 h 6858000"/>
              <a:gd name="connsiteX10" fmla="*/ 3161459 w 12192000"/>
              <a:gd name="connsiteY10" fmla="*/ 576445 h 6858000"/>
              <a:gd name="connsiteX11" fmla="*/ 3358949 w 12192000"/>
              <a:gd name="connsiteY11" fmla="*/ 712961 h 6858000"/>
              <a:gd name="connsiteX12" fmla="*/ 3059960 w 12192000"/>
              <a:gd name="connsiteY12" fmla="*/ 696576 h 6858000"/>
              <a:gd name="connsiteX13" fmla="*/ 3007143 w 12192000"/>
              <a:gd name="connsiteY13" fmla="*/ 729732 h 6858000"/>
              <a:gd name="connsiteX14" fmla="*/ 2986935 w 12192000"/>
              <a:gd name="connsiteY14" fmla="*/ 772635 h 6858000"/>
              <a:gd name="connsiteX15" fmla="*/ 2871197 w 12192000"/>
              <a:gd name="connsiteY15" fmla="*/ 808127 h 6858000"/>
              <a:gd name="connsiteX16" fmla="*/ 3053071 w 12192000"/>
              <a:gd name="connsiteY16" fmla="*/ 847913 h 6858000"/>
              <a:gd name="connsiteX17" fmla="*/ 2858796 w 12192000"/>
              <a:gd name="connsiteY17" fmla="*/ 847913 h 6858000"/>
              <a:gd name="connsiteX18" fmla="*/ 2635588 w 12192000"/>
              <a:gd name="connsiteY18" fmla="*/ 820611 h 6858000"/>
              <a:gd name="connsiteX19" fmla="*/ 2397683 w 12192000"/>
              <a:gd name="connsiteY19" fmla="*/ 829190 h 6858000"/>
              <a:gd name="connsiteX20" fmla="*/ 1921874 w 12192000"/>
              <a:gd name="connsiteY20" fmla="*/ 778877 h 6858000"/>
              <a:gd name="connsiteX21" fmla="*/ 1695450 w 12192000"/>
              <a:gd name="connsiteY21" fmla="*/ 782386 h 6858000"/>
              <a:gd name="connsiteX22" fmla="*/ 2954324 w 12192000"/>
              <a:gd name="connsiteY22" fmla="*/ 1120940 h 6858000"/>
              <a:gd name="connsiteX23" fmla="*/ 2890028 w 12192000"/>
              <a:gd name="connsiteY23" fmla="*/ 1195435 h 6858000"/>
              <a:gd name="connsiteX24" fmla="*/ 3153652 w 12192000"/>
              <a:gd name="connsiteY24" fmla="*/ 1276563 h 6858000"/>
              <a:gd name="connsiteX25" fmla="*/ 3218410 w 12192000"/>
              <a:gd name="connsiteY25" fmla="*/ 1356911 h 6858000"/>
              <a:gd name="connsiteX26" fmla="*/ 3137118 w 12192000"/>
              <a:gd name="connsiteY26" fmla="*/ 1349891 h 6858000"/>
              <a:gd name="connsiteX27" fmla="*/ 3067309 w 12192000"/>
              <a:gd name="connsiteY27" fmla="*/ 1365102 h 6858000"/>
              <a:gd name="connsiteX28" fmla="*/ 3096243 w 12192000"/>
              <a:gd name="connsiteY28" fmla="*/ 1467292 h 6858000"/>
              <a:gd name="connsiteX29" fmla="*/ 3468716 w 12192000"/>
              <a:gd name="connsiteY29" fmla="*/ 1599125 h 6858000"/>
              <a:gd name="connsiteX30" fmla="*/ 3502241 w 12192000"/>
              <a:gd name="connsiteY30" fmla="*/ 1642029 h 6858000"/>
              <a:gd name="connsiteX31" fmla="*/ 3457692 w 12192000"/>
              <a:gd name="connsiteY31" fmla="*/ 1672453 h 6858000"/>
              <a:gd name="connsiteX32" fmla="*/ 3337362 w 12192000"/>
              <a:gd name="connsiteY32" fmla="*/ 1688053 h 6858000"/>
              <a:gd name="connsiteX33" fmla="*/ 3505915 w 12192000"/>
              <a:gd name="connsiteY33" fmla="*/ 1834318 h 6858000"/>
              <a:gd name="connsiteX34" fmla="*/ 3567458 w 12192000"/>
              <a:gd name="connsiteY34" fmla="*/ 1874880 h 6858000"/>
              <a:gd name="connsiteX35" fmla="*/ 3672634 w 12192000"/>
              <a:gd name="connsiteY35" fmla="*/ 1937678 h 6858000"/>
              <a:gd name="connsiteX36" fmla="*/ 3674470 w 12192000"/>
              <a:gd name="connsiteY36" fmla="*/ 1956789 h 6858000"/>
              <a:gd name="connsiteX37" fmla="*/ 3531176 w 12192000"/>
              <a:gd name="connsiteY37" fmla="*/ 2024266 h 6858000"/>
              <a:gd name="connsiteX38" fmla="*/ 3272604 w 12192000"/>
              <a:gd name="connsiteY38" fmla="*/ 2005933 h 6858000"/>
              <a:gd name="connsiteX39" fmla="*/ 3654720 w 12192000"/>
              <a:gd name="connsiteY39" fmla="*/ 2106564 h 6858000"/>
              <a:gd name="connsiteX40" fmla="*/ 2417892 w 12192000"/>
              <a:gd name="connsiteY40" fmla="*/ 1866690 h 6858000"/>
              <a:gd name="connsiteX41" fmla="*/ 2496888 w 12192000"/>
              <a:gd name="connsiteY41" fmla="*/ 1929487 h 6858000"/>
              <a:gd name="connsiteX42" fmla="*/ 2929526 w 12192000"/>
              <a:gd name="connsiteY42" fmla="*/ 2094862 h 6858000"/>
              <a:gd name="connsiteX43" fmla="*/ 3052152 w 12192000"/>
              <a:gd name="connsiteY43" fmla="*/ 2198613 h 6858000"/>
              <a:gd name="connsiteX44" fmla="*/ 3180748 w 12192000"/>
              <a:gd name="connsiteY44" fmla="*/ 2255948 h 6858000"/>
              <a:gd name="connsiteX45" fmla="*/ 3361244 w 12192000"/>
              <a:gd name="connsiteY45" fmla="*/ 2254777 h 6858000"/>
              <a:gd name="connsiteX46" fmla="*/ 3489382 w 12192000"/>
              <a:gd name="connsiteY46" fmla="*/ 2342926 h 6858000"/>
              <a:gd name="connsiteX47" fmla="*/ 3355733 w 12192000"/>
              <a:gd name="connsiteY47" fmla="*/ 2361649 h 6858000"/>
              <a:gd name="connsiteX48" fmla="*/ 3199121 w 12192000"/>
              <a:gd name="connsiteY48" fmla="*/ 2347216 h 6858000"/>
              <a:gd name="connsiteX49" fmla="*/ 2861091 w 12192000"/>
              <a:gd name="connsiteY49" fmla="*/ 2351896 h 6858000"/>
              <a:gd name="connsiteX50" fmla="*/ 2667278 w 12192000"/>
              <a:gd name="connsiteY50" fmla="*/ 2369058 h 6858000"/>
              <a:gd name="connsiteX51" fmla="*/ 2221781 w 12192000"/>
              <a:gd name="connsiteY51" fmla="*/ 2339805 h 6858000"/>
              <a:gd name="connsiteX52" fmla="*/ 2247961 w 12192000"/>
              <a:gd name="connsiteY52" fmla="*/ 2414693 h 6858000"/>
              <a:gd name="connsiteX53" fmla="*/ 2231425 w 12192000"/>
              <a:gd name="connsiteY53" fmla="*/ 2479828 h 6858000"/>
              <a:gd name="connsiteX54" fmla="*/ 2224996 w 12192000"/>
              <a:gd name="connsiteY54" fmla="*/ 2621414 h 6858000"/>
              <a:gd name="connsiteX55" fmla="*/ 2229131 w 12192000"/>
              <a:gd name="connsiteY55" fmla="*/ 2644426 h 6858000"/>
              <a:gd name="connsiteX56" fmla="*/ 2129466 w 12192000"/>
              <a:gd name="connsiteY56" fmla="*/ 2659247 h 6858000"/>
              <a:gd name="connsiteX57" fmla="*/ 2723312 w 12192000"/>
              <a:gd name="connsiteY57" fmla="*/ 2953726 h 6858000"/>
              <a:gd name="connsiteX58" fmla="*/ 2326496 w 12192000"/>
              <a:gd name="connsiteY58" fmla="*/ 2878838 h 6858000"/>
              <a:gd name="connsiteX59" fmla="*/ 2272759 w 12192000"/>
              <a:gd name="connsiteY59" fmla="*/ 3002480 h 6858000"/>
              <a:gd name="connsiteX60" fmla="*/ 2459226 w 12192000"/>
              <a:gd name="connsiteY60" fmla="*/ 3112471 h 6858000"/>
              <a:gd name="connsiteX61" fmla="*/ 2528117 w 12192000"/>
              <a:gd name="connsiteY61" fmla="*/ 3330111 h 6858000"/>
              <a:gd name="connsiteX62" fmla="*/ 2494590 w 12192000"/>
              <a:gd name="connsiteY62" fmla="*/ 3529029 h 6858000"/>
              <a:gd name="connsiteX63" fmla="*/ 2414677 w 12192000"/>
              <a:gd name="connsiteY63" fmla="*/ 3592215 h 6858000"/>
              <a:gd name="connsiteX64" fmla="*/ 2298940 w 12192000"/>
              <a:gd name="connsiteY64" fmla="*/ 3705716 h 6858000"/>
              <a:gd name="connsiteX65" fmla="*/ 2227294 w 12192000"/>
              <a:gd name="connsiteY65" fmla="*/ 3775921 h 6858000"/>
              <a:gd name="connsiteX66" fmla="*/ 1978366 w 12192000"/>
              <a:gd name="connsiteY66" fmla="*/ 3748620 h 6858000"/>
              <a:gd name="connsiteX67" fmla="*/ 2310421 w 12192000"/>
              <a:gd name="connsiteY67" fmla="*/ 3926868 h 6858000"/>
              <a:gd name="connsiteX68" fmla="*/ 2041285 w 12192000"/>
              <a:gd name="connsiteY68" fmla="*/ 3904635 h 6858000"/>
              <a:gd name="connsiteX69" fmla="*/ 1953565 w 12192000"/>
              <a:gd name="connsiteY69" fmla="*/ 3917116 h 6858000"/>
              <a:gd name="connsiteX70" fmla="*/ 2003623 w 12192000"/>
              <a:gd name="connsiteY70" fmla="*/ 3974842 h 6858000"/>
              <a:gd name="connsiteX71" fmla="*/ 2201114 w 12192000"/>
              <a:gd name="connsiteY71" fmla="*/ 4072742 h 6858000"/>
              <a:gd name="connsiteX72" fmla="*/ 2608032 w 12192000"/>
              <a:gd name="connsiteY72" fmla="*/ 4337967 h 6858000"/>
              <a:gd name="connsiteX73" fmla="*/ 2213973 w 12192000"/>
              <a:gd name="connsiteY73" fmla="*/ 4216277 h 6858000"/>
              <a:gd name="connsiteX74" fmla="*/ 2629158 w 12192000"/>
              <a:gd name="connsiteY74" fmla="*/ 4488911 h 6858000"/>
              <a:gd name="connsiteX75" fmla="*/ 2721471 w 12192000"/>
              <a:gd name="connsiteY75" fmla="*/ 4579399 h 6858000"/>
              <a:gd name="connsiteX76" fmla="*/ 2907939 w 12192000"/>
              <a:gd name="connsiteY76" fmla="*/ 4804062 h 6858000"/>
              <a:gd name="connsiteX77" fmla="*/ 2898753 w 12192000"/>
              <a:gd name="connsiteY77" fmla="*/ 4829414 h 6858000"/>
              <a:gd name="connsiteX78" fmla="*/ 2683352 w 12192000"/>
              <a:gd name="connsiteY78" fmla="*/ 4793141 h 6858000"/>
              <a:gd name="connsiteX79" fmla="*/ 2962594 w 12192000"/>
              <a:gd name="connsiteY79" fmla="*/ 4981920 h 6858000"/>
              <a:gd name="connsiteX80" fmla="*/ 3251019 w 12192000"/>
              <a:gd name="connsiteY80" fmla="*/ 5127012 h 6858000"/>
              <a:gd name="connsiteX81" fmla="*/ 3046180 w 12192000"/>
              <a:gd name="connsiteY81" fmla="*/ 5104781 h 6858000"/>
              <a:gd name="connsiteX82" fmla="*/ 2764646 w 12192000"/>
              <a:gd name="connsiteY82" fmla="*/ 5021703 h 6858000"/>
              <a:gd name="connsiteX83" fmla="*/ 2666820 w 12192000"/>
              <a:gd name="connsiteY83" fmla="*/ 5052905 h 6858000"/>
              <a:gd name="connsiteX84" fmla="*/ 2933657 w 12192000"/>
              <a:gd name="connsiteY84" fmla="*/ 5190198 h 6858000"/>
              <a:gd name="connsiteX85" fmla="*/ 3086598 w 12192000"/>
              <a:gd name="connsiteY85" fmla="*/ 5253776 h 6858000"/>
              <a:gd name="connsiteX86" fmla="*/ 3147680 w 12192000"/>
              <a:gd name="connsiteY86" fmla="*/ 5302531 h 6858000"/>
              <a:gd name="connsiteX87" fmla="*/ 3322204 w 12192000"/>
              <a:gd name="connsiteY87" fmla="*/ 5476487 h 6858000"/>
              <a:gd name="connsiteX88" fmla="*/ 3834758 w 12192000"/>
              <a:gd name="connsiteY88" fmla="*/ 5666434 h 6858000"/>
              <a:gd name="connsiteX89" fmla="*/ 4314240 w 12192000"/>
              <a:gd name="connsiteY89" fmla="*/ 5902409 h 6858000"/>
              <a:gd name="connsiteX90" fmla="*/ 4688552 w 12192000"/>
              <a:gd name="connsiteY90" fmla="*/ 6049453 h 6858000"/>
              <a:gd name="connsiteX91" fmla="*/ 5634660 w 12192000"/>
              <a:gd name="connsiteY91" fmla="*/ 6238620 h 6858000"/>
              <a:gd name="connsiteX92" fmla="*/ 9222980 w 12192000"/>
              <a:gd name="connsiteY92" fmla="*/ 4955397 h 6858000"/>
              <a:gd name="connsiteX93" fmla="*/ 9268448 w 12192000"/>
              <a:gd name="connsiteY93" fmla="*/ 4917173 h 6858000"/>
              <a:gd name="connsiteX94" fmla="*/ 9442512 w 12192000"/>
              <a:gd name="connsiteY94" fmla="*/ 4773251 h 6858000"/>
              <a:gd name="connsiteX95" fmla="*/ 9590400 w 12192000"/>
              <a:gd name="connsiteY95" fmla="*/ 4643756 h 6858000"/>
              <a:gd name="connsiteX96" fmla="*/ 9513242 w 12192000"/>
              <a:gd name="connsiteY96" fmla="*/ 4600073 h 6858000"/>
              <a:gd name="connsiteX97" fmla="*/ 9617498 w 12192000"/>
              <a:gd name="connsiteY97" fmla="*/ 4476430 h 6858000"/>
              <a:gd name="connsiteX98" fmla="*/ 9949094 w 12192000"/>
              <a:gd name="connsiteY98" fmla="*/ 4095364 h 6858000"/>
              <a:gd name="connsiteX99" fmla="*/ 10094686 w 12192000"/>
              <a:gd name="connsiteY99" fmla="*/ 4011507 h 6858000"/>
              <a:gd name="connsiteX100" fmla="*/ 10271967 w 12192000"/>
              <a:gd name="connsiteY100" fmla="*/ 3800497 h 6858000"/>
              <a:gd name="connsiteX101" fmla="*/ 10297226 w 12192000"/>
              <a:gd name="connsiteY101" fmla="*/ 3751742 h 6858000"/>
              <a:gd name="connsiteX102" fmla="*/ 10260943 w 12192000"/>
              <a:gd name="connsiteY102" fmla="*/ 3689723 h 6858000"/>
              <a:gd name="connsiteX103" fmla="*/ 10233847 w 12192000"/>
              <a:gd name="connsiteY103" fmla="*/ 3627319 h 6858000"/>
              <a:gd name="connsiteX104" fmla="*/ 10269209 w 12192000"/>
              <a:gd name="connsiteY104" fmla="*/ 3608986 h 6858000"/>
              <a:gd name="connsiteX105" fmla="*/ 10496550 w 12192000"/>
              <a:gd name="connsiteY105" fmla="*/ 3577393 h 6858000"/>
              <a:gd name="connsiteX106" fmla="*/ 10364738 w 12192000"/>
              <a:gd name="connsiteY106" fmla="*/ 3458823 h 6858000"/>
              <a:gd name="connsiteX107" fmla="*/ 10132346 w 12192000"/>
              <a:gd name="connsiteY107" fmla="*/ 3282137 h 6858000"/>
              <a:gd name="connsiteX108" fmla="*/ 10026712 w 12192000"/>
              <a:gd name="connsiteY108" fmla="*/ 3156543 h 6858000"/>
              <a:gd name="connsiteX109" fmla="*/ 10014312 w 12192000"/>
              <a:gd name="connsiteY109" fmla="*/ 3044213 h 6858000"/>
              <a:gd name="connsiteX110" fmla="*/ 9806718 w 12192000"/>
              <a:gd name="connsiteY110" fmla="*/ 2977907 h 6858000"/>
              <a:gd name="connsiteX111" fmla="*/ 10001912 w 12192000"/>
              <a:gd name="connsiteY111" fmla="*/ 2740374 h 6858000"/>
              <a:gd name="connsiteX112" fmla="*/ 10021662 w 12192000"/>
              <a:gd name="connsiteY112" fmla="*/ 2691231 h 6858000"/>
              <a:gd name="connsiteX113" fmla="*/ 9904546 w 12192000"/>
              <a:gd name="connsiteY113" fmla="*/ 2515322 h 6858000"/>
              <a:gd name="connsiteX114" fmla="*/ 9885256 w 12192000"/>
              <a:gd name="connsiteY114" fmla="*/ 2487240 h 6858000"/>
              <a:gd name="connsiteX115" fmla="*/ 9842085 w 12192000"/>
              <a:gd name="connsiteY115" fmla="*/ 2431074 h 6858000"/>
              <a:gd name="connsiteX116" fmla="*/ 9718078 w 12192000"/>
              <a:gd name="connsiteY116" fmla="*/ 2417424 h 6858000"/>
              <a:gd name="connsiteX117" fmla="*/ 9782378 w 12192000"/>
              <a:gd name="connsiteY117" fmla="*/ 2377641 h 6858000"/>
              <a:gd name="connsiteX118" fmla="*/ 9907302 w 12192000"/>
              <a:gd name="connsiteY118" fmla="*/ 2243078 h 6858000"/>
              <a:gd name="connsiteX119" fmla="*/ 9824171 w 12192000"/>
              <a:gd name="connsiteY119" fmla="*/ 2114365 h 6858000"/>
              <a:gd name="connsiteX120" fmla="*/ 9818662 w 12192000"/>
              <a:gd name="connsiteY120" fmla="*/ 2043377 h 6858000"/>
              <a:gd name="connsiteX121" fmla="*/ 9958740 w 12192000"/>
              <a:gd name="connsiteY121" fmla="*/ 1952499 h 6858000"/>
              <a:gd name="connsiteX122" fmla="*/ 10064374 w 12192000"/>
              <a:gd name="connsiteY122" fmla="*/ 1916615 h 6858000"/>
              <a:gd name="connsiteX123" fmla="*/ 10113055 w 12192000"/>
              <a:gd name="connsiteY123" fmla="*/ 1865131 h 6858000"/>
              <a:gd name="connsiteX124" fmla="*/ 10055646 w 12192000"/>
              <a:gd name="connsiteY124" fmla="*/ 1822227 h 6858000"/>
              <a:gd name="connsiteX125" fmla="*/ 9800748 w 12192000"/>
              <a:gd name="connsiteY125" fmla="*/ 1720036 h 6858000"/>
              <a:gd name="connsiteX126" fmla="*/ 9938071 w 12192000"/>
              <a:gd name="connsiteY126" fmla="*/ 1634617 h 6858000"/>
              <a:gd name="connsiteX127" fmla="*/ 9220224 w 12192000"/>
              <a:gd name="connsiteY127" fmla="*/ 1231709 h 6858000"/>
              <a:gd name="connsiteX128" fmla="*/ 9133419 w 12192000"/>
              <a:gd name="connsiteY128" fmla="*/ 1170083 h 6858000"/>
              <a:gd name="connsiteX129" fmla="*/ 8672768 w 12192000"/>
              <a:gd name="connsiteY129" fmla="*/ 1020699 h 6858000"/>
              <a:gd name="connsiteX130" fmla="*/ 8198797 w 12192000"/>
              <a:gd name="connsiteY130" fmla="*/ 915000 h 6858000"/>
              <a:gd name="connsiteX131" fmla="*/ 8528095 w 12192000"/>
              <a:gd name="connsiteY131" fmla="*/ 691898 h 6858000"/>
              <a:gd name="connsiteX132" fmla="*/ 8025190 w 12192000"/>
              <a:gd name="connsiteY132" fmla="*/ 640021 h 6858000"/>
              <a:gd name="connsiteX133" fmla="*/ 7976047 w 12192000"/>
              <a:gd name="connsiteY133" fmla="*/ 641584 h 6858000"/>
              <a:gd name="connsiteX134" fmla="*/ 6988604 w 12192000"/>
              <a:gd name="connsiteY134" fmla="*/ 607260 h 6858000"/>
              <a:gd name="connsiteX135" fmla="*/ 5573116 w 12192000"/>
              <a:gd name="connsiteY135" fmla="*/ 493368 h 6858000"/>
              <a:gd name="connsiteX136" fmla="*/ 4401503 w 12192000"/>
              <a:gd name="connsiteY136" fmla="*/ 425112 h 6858000"/>
              <a:gd name="connsiteX137" fmla="*/ 3154109 w 12192000"/>
              <a:gd name="connsiteY137" fmla="*/ 292499 h 6858000"/>
              <a:gd name="connsiteX138" fmla="*/ 3094406 w 12192000"/>
              <a:gd name="connsiteY138" fmla="*/ 283966 h 6858000"/>
              <a:gd name="connsiteX139" fmla="*/ 0 w 12192000"/>
              <a:gd name="connsiteY139" fmla="*/ 0 h 6858000"/>
              <a:gd name="connsiteX140" fmla="*/ 12192000 w 12192000"/>
              <a:gd name="connsiteY140" fmla="*/ 0 h 6858000"/>
              <a:gd name="connsiteX141" fmla="*/ 12192000 w 12192000"/>
              <a:gd name="connsiteY141" fmla="*/ 6858000 h 6858000"/>
              <a:gd name="connsiteX142" fmla="*/ 0 w 12192000"/>
              <a:gd name="connsiteY14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</a:cxnLst>
            <a:rect l="l" t="t" r="r" b="b"/>
            <a:pathLst>
              <a:path w="12192000" h="6858000">
                <a:moveTo>
                  <a:pt x="3094406" y="283966"/>
                </a:moveTo>
                <a:cubicBezTo>
                  <a:pt x="3074312" y="283528"/>
                  <a:pt x="3054907" y="288795"/>
                  <a:pt x="3038833" y="309661"/>
                </a:cubicBezTo>
                <a:cubicBezTo>
                  <a:pt x="3124259" y="364657"/>
                  <a:pt x="3233105" y="343983"/>
                  <a:pt x="3348384" y="406000"/>
                </a:cubicBezTo>
                <a:cubicBezTo>
                  <a:pt x="3161001" y="386497"/>
                  <a:pt x="3012653" y="370896"/>
                  <a:pt x="2864309" y="355295"/>
                </a:cubicBezTo>
                <a:cubicBezTo>
                  <a:pt x="2861553" y="366216"/>
                  <a:pt x="2858796" y="377136"/>
                  <a:pt x="2856039" y="388058"/>
                </a:cubicBezTo>
                <a:cubicBezTo>
                  <a:pt x="3045722" y="411070"/>
                  <a:pt x="3221166" y="470356"/>
                  <a:pt x="3405794" y="512089"/>
                </a:cubicBezTo>
                <a:cubicBezTo>
                  <a:pt x="3388799" y="537835"/>
                  <a:pt x="3371808" y="532763"/>
                  <a:pt x="3356651" y="531204"/>
                </a:cubicBezTo>
                <a:cubicBezTo>
                  <a:pt x="3257907" y="521062"/>
                  <a:pt x="3159164" y="510922"/>
                  <a:pt x="3064552" y="483228"/>
                </a:cubicBezTo>
                <a:cubicBezTo>
                  <a:pt x="3043427" y="476987"/>
                  <a:pt x="3017704" y="476987"/>
                  <a:pt x="3005765" y="495708"/>
                </a:cubicBezTo>
                <a:cubicBezTo>
                  <a:pt x="2988771" y="522231"/>
                  <a:pt x="3013113" y="539393"/>
                  <a:pt x="3034700" y="553823"/>
                </a:cubicBezTo>
                <a:cubicBezTo>
                  <a:pt x="3072360" y="578787"/>
                  <a:pt x="3117827" y="571767"/>
                  <a:pt x="3161459" y="576445"/>
                </a:cubicBezTo>
                <a:cubicBezTo>
                  <a:pt x="3277655" y="588537"/>
                  <a:pt x="3333228" y="626370"/>
                  <a:pt x="3358949" y="712961"/>
                </a:cubicBezTo>
                <a:cubicBezTo>
                  <a:pt x="3256987" y="677857"/>
                  <a:pt x="3158703" y="721151"/>
                  <a:pt x="3059960" y="696576"/>
                </a:cubicBezTo>
                <a:cubicBezTo>
                  <a:pt x="3034240" y="690338"/>
                  <a:pt x="2993364" y="699698"/>
                  <a:pt x="3007143" y="729732"/>
                </a:cubicBezTo>
                <a:cubicBezTo>
                  <a:pt x="3020003" y="757814"/>
                  <a:pt x="3062716" y="778096"/>
                  <a:pt x="2986935" y="772635"/>
                </a:cubicBezTo>
                <a:cubicBezTo>
                  <a:pt x="2932740" y="768735"/>
                  <a:pt x="2826647" y="800329"/>
                  <a:pt x="2871197" y="808127"/>
                </a:cubicBezTo>
                <a:cubicBezTo>
                  <a:pt x="2927228" y="817881"/>
                  <a:pt x="2981883" y="831921"/>
                  <a:pt x="3053071" y="847913"/>
                </a:cubicBezTo>
                <a:cubicBezTo>
                  <a:pt x="2974533" y="874043"/>
                  <a:pt x="2918042" y="868584"/>
                  <a:pt x="2858796" y="847913"/>
                </a:cubicBezTo>
                <a:cubicBezTo>
                  <a:pt x="2787150" y="822949"/>
                  <a:pt x="2693916" y="792528"/>
                  <a:pt x="2635588" y="820611"/>
                </a:cubicBezTo>
                <a:cubicBezTo>
                  <a:pt x="2548326" y="862734"/>
                  <a:pt x="2475760" y="836211"/>
                  <a:pt x="2397683" y="829190"/>
                </a:cubicBezTo>
                <a:cubicBezTo>
                  <a:pt x="2238775" y="814759"/>
                  <a:pt x="2081241" y="790576"/>
                  <a:pt x="1921874" y="778877"/>
                </a:cubicBezTo>
                <a:cubicBezTo>
                  <a:pt x="1858036" y="774195"/>
                  <a:pt x="1789143" y="751964"/>
                  <a:pt x="1695450" y="782386"/>
                </a:cubicBezTo>
                <a:cubicBezTo>
                  <a:pt x="2119822" y="938012"/>
                  <a:pt x="2575423" y="928262"/>
                  <a:pt x="2954324" y="1120940"/>
                </a:cubicBezTo>
                <a:cubicBezTo>
                  <a:pt x="2938251" y="1139269"/>
                  <a:pt x="2856502" y="1191535"/>
                  <a:pt x="2890028" y="1195435"/>
                </a:cubicBezTo>
                <a:cubicBezTo>
                  <a:pt x="2984178" y="1206748"/>
                  <a:pt x="3067767" y="1244971"/>
                  <a:pt x="3153652" y="1276563"/>
                </a:cubicBezTo>
                <a:cubicBezTo>
                  <a:pt x="3190855" y="1290216"/>
                  <a:pt x="3235862" y="1308157"/>
                  <a:pt x="3218410" y="1356911"/>
                </a:cubicBezTo>
                <a:cubicBezTo>
                  <a:pt x="3186719" y="1370562"/>
                  <a:pt x="3163296" y="1351451"/>
                  <a:pt x="3137118" y="1349891"/>
                </a:cubicBezTo>
                <a:cubicBezTo>
                  <a:pt x="3110480" y="1348331"/>
                  <a:pt x="3050773" y="1358471"/>
                  <a:pt x="3067309" y="1365102"/>
                </a:cubicBezTo>
                <a:cubicBezTo>
                  <a:pt x="3142629" y="1395136"/>
                  <a:pt x="3007143" y="1467292"/>
                  <a:pt x="3096243" y="1467292"/>
                </a:cubicBezTo>
                <a:cubicBezTo>
                  <a:pt x="3245506" y="1467681"/>
                  <a:pt x="3324961" y="1595613"/>
                  <a:pt x="3468716" y="1599125"/>
                </a:cubicBezTo>
                <a:cubicBezTo>
                  <a:pt x="3491677" y="1599513"/>
                  <a:pt x="3502700" y="1622137"/>
                  <a:pt x="3502241" y="1642029"/>
                </a:cubicBezTo>
                <a:cubicBezTo>
                  <a:pt x="3502241" y="1665822"/>
                  <a:pt x="3481116" y="1670112"/>
                  <a:pt x="3457692" y="1672453"/>
                </a:cubicBezTo>
                <a:cubicBezTo>
                  <a:pt x="3421868" y="1675962"/>
                  <a:pt x="3384667" y="1642029"/>
                  <a:pt x="3337362" y="1688053"/>
                </a:cubicBezTo>
                <a:cubicBezTo>
                  <a:pt x="3422329" y="1714966"/>
                  <a:pt x="3507294" y="1741878"/>
                  <a:pt x="3505915" y="1834318"/>
                </a:cubicBezTo>
                <a:cubicBezTo>
                  <a:pt x="3505457" y="1859279"/>
                  <a:pt x="3540820" y="1868640"/>
                  <a:pt x="3567458" y="1874880"/>
                </a:cubicBezTo>
                <a:cubicBezTo>
                  <a:pt x="3611549" y="1885023"/>
                  <a:pt x="3648750" y="1902965"/>
                  <a:pt x="3672634" y="1937678"/>
                </a:cubicBezTo>
                <a:cubicBezTo>
                  <a:pt x="3672172" y="1944308"/>
                  <a:pt x="3671715" y="1951329"/>
                  <a:pt x="3674470" y="1956789"/>
                </a:cubicBezTo>
                <a:cubicBezTo>
                  <a:pt x="3666664" y="2040646"/>
                  <a:pt x="3602363" y="2038306"/>
                  <a:pt x="3531176" y="2024266"/>
                </a:cubicBezTo>
                <a:cubicBezTo>
                  <a:pt x="3446211" y="2007103"/>
                  <a:pt x="3362164" y="1975900"/>
                  <a:pt x="3272604" y="2005933"/>
                </a:cubicBezTo>
                <a:cubicBezTo>
                  <a:pt x="3398905" y="2046107"/>
                  <a:pt x="3536229" y="2049228"/>
                  <a:pt x="3654720" y="2106564"/>
                </a:cubicBezTo>
                <a:cubicBezTo>
                  <a:pt x="3221166" y="2117095"/>
                  <a:pt x="2838130" y="1936116"/>
                  <a:pt x="2417892" y="1866690"/>
                </a:cubicBezTo>
                <a:cubicBezTo>
                  <a:pt x="2432130" y="1913105"/>
                  <a:pt x="2466114" y="1922465"/>
                  <a:pt x="2496888" y="1929487"/>
                </a:cubicBezTo>
                <a:cubicBezTo>
                  <a:pt x="2652123" y="1964590"/>
                  <a:pt x="2788067" y="2034408"/>
                  <a:pt x="2929526" y="2094862"/>
                </a:cubicBezTo>
                <a:cubicBezTo>
                  <a:pt x="2987851" y="2119825"/>
                  <a:pt x="3030106" y="2144789"/>
                  <a:pt x="3052152" y="2198613"/>
                </a:cubicBezTo>
                <a:cubicBezTo>
                  <a:pt x="3071903" y="2247367"/>
                  <a:pt x="3110021" y="2269990"/>
                  <a:pt x="3180748" y="2255948"/>
                </a:cubicBezTo>
                <a:cubicBezTo>
                  <a:pt x="3238157" y="2244246"/>
                  <a:pt x="3301078" y="2250487"/>
                  <a:pt x="3361244" y="2254777"/>
                </a:cubicBezTo>
                <a:cubicBezTo>
                  <a:pt x="3430596" y="2259459"/>
                  <a:pt x="3508213" y="2314455"/>
                  <a:pt x="3489382" y="2342926"/>
                </a:cubicBezTo>
                <a:cubicBezTo>
                  <a:pt x="3457233" y="2391292"/>
                  <a:pt x="3403498" y="2367110"/>
                  <a:pt x="3355733" y="2361649"/>
                </a:cubicBezTo>
                <a:cubicBezTo>
                  <a:pt x="3301537" y="2355018"/>
                  <a:pt x="3200957" y="2341367"/>
                  <a:pt x="3199121" y="2347216"/>
                </a:cubicBezTo>
                <a:cubicBezTo>
                  <a:pt x="3163754" y="2468518"/>
                  <a:pt x="2914827" y="2362819"/>
                  <a:pt x="2861091" y="2351896"/>
                </a:cubicBezTo>
                <a:cubicBezTo>
                  <a:pt x="2794038" y="2338245"/>
                  <a:pt x="2731116" y="2363208"/>
                  <a:pt x="2667278" y="2369058"/>
                </a:cubicBezTo>
                <a:cubicBezTo>
                  <a:pt x="2610328" y="2374518"/>
                  <a:pt x="2288376" y="2391292"/>
                  <a:pt x="2221781" y="2339805"/>
                </a:cubicBezTo>
                <a:cubicBezTo>
                  <a:pt x="2212595" y="2379978"/>
                  <a:pt x="2231884" y="2396361"/>
                  <a:pt x="2247961" y="2414693"/>
                </a:cubicBezTo>
                <a:cubicBezTo>
                  <a:pt x="2270465" y="2440824"/>
                  <a:pt x="2274138" y="2459157"/>
                  <a:pt x="2231425" y="2479828"/>
                </a:cubicBezTo>
                <a:cubicBezTo>
                  <a:pt x="2109717" y="2539115"/>
                  <a:pt x="2111557" y="2541065"/>
                  <a:pt x="2224996" y="2621414"/>
                </a:cubicBezTo>
                <a:cubicBezTo>
                  <a:pt x="2230509" y="2624923"/>
                  <a:pt x="2228211" y="2636624"/>
                  <a:pt x="2229131" y="2644426"/>
                </a:cubicBezTo>
                <a:cubicBezTo>
                  <a:pt x="2199276" y="2656906"/>
                  <a:pt x="2164373" y="2625703"/>
                  <a:pt x="2129466" y="2659247"/>
                </a:cubicBezTo>
                <a:cubicBezTo>
                  <a:pt x="2281487" y="2806680"/>
                  <a:pt x="2513421" y="2842953"/>
                  <a:pt x="2723312" y="2953726"/>
                </a:cubicBezTo>
                <a:cubicBezTo>
                  <a:pt x="2553377" y="2990389"/>
                  <a:pt x="2451419" y="2862456"/>
                  <a:pt x="2326496" y="2878838"/>
                </a:cubicBezTo>
                <a:cubicBezTo>
                  <a:pt x="2264036" y="2919012"/>
                  <a:pt x="2449582" y="2983367"/>
                  <a:pt x="2272759" y="3002480"/>
                </a:cubicBezTo>
                <a:cubicBezTo>
                  <a:pt x="2349461" y="3037583"/>
                  <a:pt x="2406411" y="3071905"/>
                  <a:pt x="2459226" y="3112471"/>
                </a:cubicBezTo>
                <a:cubicBezTo>
                  <a:pt x="2553377" y="3185016"/>
                  <a:pt x="2571749" y="3232602"/>
                  <a:pt x="2528117" y="3330111"/>
                </a:cubicBezTo>
                <a:cubicBezTo>
                  <a:pt x="2499642" y="3394076"/>
                  <a:pt x="2457848" y="3452973"/>
                  <a:pt x="2494590" y="3529029"/>
                </a:cubicBezTo>
                <a:cubicBezTo>
                  <a:pt x="2520308" y="3581294"/>
                  <a:pt x="2510206" y="3615617"/>
                  <a:pt x="2414677" y="3592215"/>
                </a:cubicBezTo>
                <a:cubicBezTo>
                  <a:pt x="2311799" y="3567251"/>
                  <a:pt x="2273221" y="3614057"/>
                  <a:pt x="2298940" y="3705716"/>
                </a:cubicBezTo>
                <a:cubicBezTo>
                  <a:pt x="2315473" y="3764612"/>
                  <a:pt x="2298020" y="3782553"/>
                  <a:pt x="2227294" y="3775921"/>
                </a:cubicBezTo>
                <a:cubicBezTo>
                  <a:pt x="2149215" y="3768512"/>
                  <a:pt x="2074811" y="3729898"/>
                  <a:pt x="1978366" y="3748620"/>
                </a:cubicBezTo>
                <a:cubicBezTo>
                  <a:pt x="2055522" y="3855492"/>
                  <a:pt x="2220403" y="3825068"/>
                  <a:pt x="2310421" y="3926868"/>
                </a:cubicBezTo>
                <a:cubicBezTo>
                  <a:pt x="2202950" y="3927259"/>
                  <a:pt x="2120739" y="3926868"/>
                  <a:pt x="2041285" y="3904635"/>
                </a:cubicBezTo>
                <a:cubicBezTo>
                  <a:pt x="2008216" y="3895664"/>
                  <a:pt x="1971934" y="3886305"/>
                  <a:pt x="1953565" y="3917116"/>
                </a:cubicBezTo>
                <a:cubicBezTo>
                  <a:pt x="1931978" y="3954170"/>
                  <a:pt x="1976527" y="3968211"/>
                  <a:pt x="2003623" y="3974842"/>
                </a:cubicBezTo>
                <a:cubicBezTo>
                  <a:pt x="2079866" y="3993563"/>
                  <a:pt x="2138192" y="4038028"/>
                  <a:pt x="2201114" y="4072742"/>
                </a:cubicBezTo>
                <a:cubicBezTo>
                  <a:pt x="2339356" y="4148800"/>
                  <a:pt x="2490917" y="4212375"/>
                  <a:pt x="2608032" y="4337967"/>
                </a:cubicBezTo>
                <a:cubicBezTo>
                  <a:pt x="2460606" y="4305983"/>
                  <a:pt x="2350838" y="4231487"/>
                  <a:pt x="2213973" y="4216277"/>
                </a:cubicBezTo>
                <a:cubicBezTo>
                  <a:pt x="2332467" y="4330557"/>
                  <a:pt x="2484945" y="4405834"/>
                  <a:pt x="2629158" y="4488911"/>
                </a:cubicBezTo>
                <a:cubicBezTo>
                  <a:pt x="2670494" y="4512315"/>
                  <a:pt x="2712289" y="4528306"/>
                  <a:pt x="2721471" y="4579399"/>
                </a:cubicBezTo>
                <a:cubicBezTo>
                  <a:pt x="2739385" y="4678470"/>
                  <a:pt x="2793121" y="4760378"/>
                  <a:pt x="2907939" y="4804062"/>
                </a:cubicBezTo>
                <a:cubicBezTo>
                  <a:pt x="2908859" y="4804452"/>
                  <a:pt x="2902428" y="4819274"/>
                  <a:pt x="2898753" y="4829414"/>
                </a:cubicBezTo>
                <a:cubicBezTo>
                  <a:pt x="2828485" y="4832536"/>
                  <a:pt x="2772912" y="4774028"/>
                  <a:pt x="2683352" y="4793141"/>
                </a:cubicBezTo>
                <a:cubicBezTo>
                  <a:pt x="2769239" y="4872708"/>
                  <a:pt x="2840885" y="4944087"/>
                  <a:pt x="2962594" y="4981920"/>
                </a:cubicBezTo>
                <a:cubicBezTo>
                  <a:pt x="3059960" y="5011952"/>
                  <a:pt x="3180289" y="5029503"/>
                  <a:pt x="3251019" y="5127012"/>
                </a:cubicBezTo>
                <a:cubicBezTo>
                  <a:pt x="3168808" y="5146126"/>
                  <a:pt x="3107723" y="5121944"/>
                  <a:pt x="3046180" y="5104781"/>
                </a:cubicBezTo>
                <a:cubicBezTo>
                  <a:pt x="2952030" y="5078258"/>
                  <a:pt x="2858796" y="5048226"/>
                  <a:pt x="2764646" y="5021703"/>
                </a:cubicBezTo>
                <a:cubicBezTo>
                  <a:pt x="2728821" y="5011563"/>
                  <a:pt x="2689782" y="5004540"/>
                  <a:pt x="2666820" y="5052905"/>
                </a:cubicBezTo>
                <a:cubicBezTo>
                  <a:pt x="2786691" y="5063047"/>
                  <a:pt x="2858337" y="5128575"/>
                  <a:pt x="2933657" y="5190198"/>
                </a:cubicBezTo>
                <a:cubicBezTo>
                  <a:pt x="2975911" y="5224912"/>
                  <a:pt x="3010358" y="5271328"/>
                  <a:pt x="3086598" y="5253776"/>
                </a:cubicBezTo>
                <a:cubicBezTo>
                  <a:pt x="3126554" y="5244415"/>
                  <a:pt x="3151814" y="5270547"/>
                  <a:pt x="3147680" y="5302531"/>
                </a:cubicBezTo>
                <a:cubicBezTo>
                  <a:pt x="3132525" y="5415251"/>
                  <a:pt x="3225759" y="5454645"/>
                  <a:pt x="3322204" y="5476487"/>
                </a:cubicBezTo>
                <a:cubicBezTo>
                  <a:pt x="3504998" y="5517440"/>
                  <a:pt x="3657018" y="5613779"/>
                  <a:pt x="3834758" y="5666434"/>
                </a:cubicBezTo>
                <a:cubicBezTo>
                  <a:pt x="4007445" y="5717529"/>
                  <a:pt x="4141095" y="5838830"/>
                  <a:pt x="4314240" y="5902409"/>
                </a:cubicBezTo>
                <a:cubicBezTo>
                  <a:pt x="4439624" y="5948433"/>
                  <a:pt x="4559494" y="6007718"/>
                  <a:pt x="4688552" y="6049453"/>
                </a:cubicBezTo>
                <a:cubicBezTo>
                  <a:pt x="4993968" y="6148131"/>
                  <a:pt x="5305360" y="6227308"/>
                  <a:pt x="5634660" y="6238620"/>
                </a:cubicBezTo>
                <a:cubicBezTo>
                  <a:pt x="5906549" y="6247590"/>
                  <a:pt x="8264931" y="6239010"/>
                  <a:pt x="9222980" y="4955397"/>
                </a:cubicBezTo>
                <a:cubicBezTo>
                  <a:pt x="9241350" y="4949155"/>
                  <a:pt x="9262017" y="4932775"/>
                  <a:pt x="9268448" y="4917173"/>
                </a:cubicBezTo>
                <a:cubicBezTo>
                  <a:pt x="9299220" y="4844235"/>
                  <a:pt x="9374540" y="4812644"/>
                  <a:pt x="9442512" y="4773251"/>
                </a:cubicBezTo>
                <a:cubicBezTo>
                  <a:pt x="9502220" y="4738536"/>
                  <a:pt x="9565600" y="4702263"/>
                  <a:pt x="9590400" y="4643756"/>
                </a:cubicBezTo>
                <a:cubicBezTo>
                  <a:pt x="9623008" y="4565749"/>
                  <a:pt x="9530236" y="4629716"/>
                  <a:pt x="9513242" y="4600073"/>
                </a:cubicBezTo>
                <a:cubicBezTo>
                  <a:pt x="9548605" y="4559509"/>
                  <a:pt x="9603261" y="4522454"/>
                  <a:pt x="9617498" y="4476430"/>
                </a:cubicBezTo>
                <a:cubicBezTo>
                  <a:pt x="9669394" y="4310276"/>
                  <a:pt x="9781460" y="4189364"/>
                  <a:pt x="9949094" y="4095364"/>
                </a:cubicBezTo>
                <a:cubicBezTo>
                  <a:pt x="9997318" y="4068452"/>
                  <a:pt x="10029007" y="4019306"/>
                  <a:pt x="10094686" y="4011507"/>
                </a:cubicBezTo>
                <a:cubicBezTo>
                  <a:pt x="10240735" y="3994345"/>
                  <a:pt x="10194808" y="3860171"/>
                  <a:pt x="10271967" y="3800497"/>
                </a:cubicBezTo>
                <a:cubicBezTo>
                  <a:pt x="10286662" y="3789184"/>
                  <a:pt x="10299980" y="3766953"/>
                  <a:pt x="10297226" y="3751742"/>
                </a:cubicBezTo>
                <a:cubicBezTo>
                  <a:pt x="10293091" y="3729898"/>
                  <a:pt x="10275639" y="3709227"/>
                  <a:pt x="10260943" y="3689723"/>
                </a:cubicBezTo>
                <a:cubicBezTo>
                  <a:pt x="10245786" y="3670222"/>
                  <a:pt x="10222825" y="3653061"/>
                  <a:pt x="10233847" y="3627319"/>
                </a:cubicBezTo>
                <a:cubicBezTo>
                  <a:pt x="10238437" y="3616788"/>
                  <a:pt x="10235225" y="3580125"/>
                  <a:pt x="10269209" y="3608986"/>
                </a:cubicBezTo>
                <a:cubicBezTo>
                  <a:pt x="10362443" y="3688165"/>
                  <a:pt x="10416637" y="3613279"/>
                  <a:pt x="10496550" y="3577393"/>
                </a:cubicBezTo>
                <a:cubicBezTo>
                  <a:pt x="10432253" y="3540340"/>
                  <a:pt x="10374383" y="3514208"/>
                  <a:pt x="10364738" y="3458823"/>
                </a:cubicBezTo>
                <a:cubicBezTo>
                  <a:pt x="10344991" y="3344542"/>
                  <a:pt x="10260485" y="3292277"/>
                  <a:pt x="10132346" y="3282137"/>
                </a:cubicBezTo>
                <a:cubicBezTo>
                  <a:pt x="10179650" y="3171757"/>
                  <a:pt x="10179650" y="3171757"/>
                  <a:pt x="10026712" y="3156543"/>
                </a:cubicBezTo>
                <a:cubicBezTo>
                  <a:pt x="10085499" y="3086337"/>
                  <a:pt x="10085499" y="3068396"/>
                  <a:pt x="10014312" y="3044213"/>
                </a:cubicBezTo>
                <a:cubicBezTo>
                  <a:pt x="9945880" y="3021201"/>
                  <a:pt x="9870100" y="3013401"/>
                  <a:pt x="9806718" y="2977907"/>
                </a:cubicBezTo>
                <a:cubicBezTo>
                  <a:pt x="9865047" y="2888199"/>
                  <a:pt x="9881580" y="2784060"/>
                  <a:pt x="10001912" y="2740374"/>
                </a:cubicBezTo>
                <a:cubicBezTo>
                  <a:pt x="10020741" y="2733743"/>
                  <a:pt x="10033600" y="2706830"/>
                  <a:pt x="10021662" y="2691231"/>
                </a:cubicBezTo>
                <a:cubicBezTo>
                  <a:pt x="9978030" y="2634675"/>
                  <a:pt x="10040492" y="2527414"/>
                  <a:pt x="9904546" y="2515322"/>
                </a:cubicBezTo>
                <a:cubicBezTo>
                  <a:pt x="9887552" y="2514152"/>
                  <a:pt x="9871936" y="2502450"/>
                  <a:pt x="9885256" y="2487240"/>
                </a:cubicBezTo>
                <a:cubicBezTo>
                  <a:pt x="9931184" y="2434196"/>
                  <a:pt x="9875611" y="2437706"/>
                  <a:pt x="9842085" y="2431074"/>
                </a:cubicBezTo>
                <a:cubicBezTo>
                  <a:pt x="9801668" y="2422884"/>
                  <a:pt x="9755740" y="2446287"/>
                  <a:pt x="9718078" y="2417424"/>
                </a:cubicBezTo>
                <a:cubicBezTo>
                  <a:pt x="9726806" y="2386999"/>
                  <a:pt x="9759413" y="2387390"/>
                  <a:pt x="9782378" y="2377641"/>
                </a:cubicBezTo>
                <a:cubicBezTo>
                  <a:pt x="9849430" y="2349558"/>
                  <a:pt x="9904086" y="2316013"/>
                  <a:pt x="9907302" y="2243078"/>
                </a:cubicBezTo>
                <a:cubicBezTo>
                  <a:pt x="9909596" y="2184182"/>
                  <a:pt x="9916946" y="2132305"/>
                  <a:pt x="9824171" y="2114365"/>
                </a:cubicBezTo>
                <a:cubicBezTo>
                  <a:pt x="9785593" y="2106953"/>
                  <a:pt x="9796616" y="2064440"/>
                  <a:pt x="9818662" y="2043377"/>
                </a:cubicBezTo>
                <a:cubicBezTo>
                  <a:pt x="9858160" y="2005933"/>
                  <a:pt x="9890766" y="1956008"/>
                  <a:pt x="9958740" y="1952499"/>
                </a:cubicBezTo>
                <a:cubicBezTo>
                  <a:pt x="10000075" y="1950158"/>
                  <a:pt x="10031764" y="1934556"/>
                  <a:pt x="10064374" y="1916615"/>
                </a:cubicBezTo>
                <a:cubicBezTo>
                  <a:pt x="10087795" y="1903743"/>
                  <a:pt x="10115810" y="1892823"/>
                  <a:pt x="10113055" y="1865131"/>
                </a:cubicBezTo>
                <a:cubicBezTo>
                  <a:pt x="10110302" y="1838607"/>
                  <a:pt x="10083203" y="1827686"/>
                  <a:pt x="10055646" y="1822227"/>
                </a:cubicBezTo>
                <a:cubicBezTo>
                  <a:pt x="9963792" y="1804675"/>
                  <a:pt x="9877448" y="1778933"/>
                  <a:pt x="9800748" y="1720036"/>
                </a:cubicBezTo>
                <a:cubicBezTo>
                  <a:pt x="9851726" y="1688834"/>
                  <a:pt x="9900410" y="1666211"/>
                  <a:pt x="9938071" y="1634617"/>
                </a:cubicBezTo>
                <a:cubicBezTo>
                  <a:pt x="10029007" y="1558172"/>
                  <a:pt x="9258802" y="1317517"/>
                  <a:pt x="9220224" y="1231709"/>
                </a:cubicBezTo>
                <a:cubicBezTo>
                  <a:pt x="9208284" y="1205187"/>
                  <a:pt x="9167410" y="1177883"/>
                  <a:pt x="9133419" y="1170083"/>
                </a:cubicBezTo>
                <a:cubicBezTo>
                  <a:pt x="8974052" y="1133420"/>
                  <a:pt x="8835810" y="1051123"/>
                  <a:pt x="8672768" y="1020699"/>
                </a:cubicBezTo>
                <a:cubicBezTo>
                  <a:pt x="8518912" y="991837"/>
                  <a:pt x="8367350" y="953222"/>
                  <a:pt x="8198797" y="915000"/>
                </a:cubicBezTo>
                <a:cubicBezTo>
                  <a:pt x="8302134" y="819048"/>
                  <a:pt x="8485382" y="830361"/>
                  <a:pt x="8528095" y="691898"/>
                </a:cubicBezTo>
                <a:cubicBezTo>
                  <a:pt x="8361379" y="656013"/>
                  <a:pt x="8185937" y="696968"/>
                  <a:pt x="8025190" y="640021"/>
                </a:cubicBezTo>
                <a:cubicBezTo>
                  <a:pt x="8011411" y="634954"/>
                  <a:pt x="7992579" y="640021"/>
                  <a:pt x="7976047" y="641584"/>
                </a:cubicBezTo>
                <a:cubicBezTo>
                  <a:pt x="7644909" y="672005"/>
                  <a:pt x="7315149" y="645484"/>
                  <a:pt x="6988604" y="607260"/>
                </a:cubicBezTo>
                <a:cubicBezTo>
                  <a:pt x="6518305" y="552656"/>
                  <a:pt x="6046170" y="517941"/>
                  <a:pt x="5573116" y="493368"/>
                </a:cubicBezTo>
                <a:cubicBezTo>
                  <a:pt x="5182272" y="473086"/>
                  <a:pt x="4790511" y="464116"/>
                  <a:pt x="4401503" y="425112"/>
                </a:cubicBezTo>
                <a:cubicBezTo>
                  <a:pt x="3985401" y="383379"/>
                  <a:pt x="3569756" y="336184"/>
                  <a:pt x="3154109" y="292499"/>
                </a:cubicBezTo>
                <a:cubicBezTo>
                  <a:pt x="3135280" y="290549"/>
                  <a:pt x="3114499" y="284406"/>
                  <a:pt x="3094406" y="283966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61A378-0C25-749A-0A23-8798E3B1F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3293996" y="1507856"/>
            <a:ext cx="5141196" cy="385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018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2A406-535E-159E-85E4-03CC823E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AD29FA-65CE-716D-7645-E6A6579D9F88}"/>
              </a:ext>
            </a:extLst>
          </p:cNvPr>
          <p:cNvSpPr txBox="1"/>
          <p:nvPr/>
        </p:nvSpPr>
        <p:spPr>
          <a:xfrm>
            <a:off x="3313544" y="956648"/>
            <a:ext cx="5559407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800"/>
              <a:t>Dashboard Concept 1 – Tech Stack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125FE-4AB4-D400-F336-CD09D0E11411}"/>
              </a:ext>
            </a:extLst>
          </p:cNvPr>
          <p:cNvSpPr txBox="1"/>
          <p:nvPr/>
        </p:nvSpPr>
        <p:spPr>
          <a:xfrm>
            <a:off x="3701088" y="1755031"/>
            <a:ext cx="555417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Flask backend to serve the dashboard</a:t>
            </a:r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502F5-0595-E603-8734-6100A6571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256" y="1589223"/>
            <a:ext cx="1416316" cy="7034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46AAA0-303E-A4FF-59C6-53E07155C0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424" y="2401189"/>
            <a:ext cx="1158011" cy="86602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551025-1923-B4E2-3807-DF48EDA60C6C}"/>
              </a:ext>
            </a:extLst>
          </p:cNvPr>
          <p:cNvSpPr txBox="1"/>
          <p:nvPr/>
        </p:nvSpPr>
        <p:spPr>
          <a:xfrm>
            <a:off x="3698993" y="2617909"/>
            <a:ext cx="555417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OpenCV captures and prepares live camera feed</a:t>
            </a:r>
            <a:endParaRPr lang="en-US" dirty="0"/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049190-9E09-7F08-8914-0D36D6859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385" y="3586035"/>
            <a:ext cx="1034879" cy="114814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574AD3D-A739-8C8E-082C-C86379EEA4DB}"/>
              </a:ext>
            </a:extLst>
          </p:cNvPr>
          <p:cNvSpPr txBox="1"/>
          <p:nvPr/>
        </p:nvSpPr>
        <p:spPr>
          <a:xfrm>
            <a:off x="3698993" y="3699125"/>
            <a:ext cx="555417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Read BME280 environmental data through I2C (inter-integrated circuit) bus with </a:t>
            </a:r>
            <a:r>
              <a:rPr lang="en-US" err="1"/>
              <a:t>RaspPi</a:t>
            </a:r>
            <a:r>
              <a:rPr lang="en-US" dirty="0"/>
              <a:t> OS </a:t>
            </a:r>
            <a:r>
              <a:rPr lang="en-US"/>
              <a:t>packages bme280 and smbus2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4C5506E-225C-015D-3227-E003A564AC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9162" y="4738816"/>
            <a:ext cx="1554893" cy="87115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833CAD-4ED9-44A1-0F1B-6EA20930A26B}"/>
              </a:ext>
            </a:extLst>
          </p:cNvPr>
          <p:cNvSpPr txBox="1"/>
          <p:nvPr/>
        </p:nvSpPr>
        <p:spPr>
          <a:xfrm>
            <a:off x="3698993" y="4986287"/>
            <a:ext cx="55541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BLE </a:t>
            </a:r>
            <a:r>
              <a:rPr lang="en-US"/>
              <a:t>Scanning with Bleak python library 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1446E34-0222-0733-D12D-E5A3386380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98356" y="5614086"/>
            <a:ext cx="922639" cy="91234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64CA6A1-1E8F-B528-5AF4-4CF61C943114}"/>
              </a:ext>
            </a:extLst>
          </p:cNvPr>
          <p:cNvSpPr txBox="1"/>
          <p:nvPr/>
        </p:nvSpPr>
        <p:spPr>
          <a:xfrm>
            <a:off x="3698993" y="5882152"/>
            <a:ext cx="55541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YAMNet</a:t>
            </a:r>
            <a:r>
              <a:rPr lang="en-US" dirty="0"/>
              <a:t> TensorFlow Lite model for audio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28262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4979B-458F-AC12-ACE9-556DD9865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D1BC35-D56D-122D-2704-AAD640F244DE}"/>
              </a:ext>
            </a:extLst>
          </p:cNvPr>
          <p:cNvSpPr txBox="1"/>
          <p:nvPr/>
        </p:nvSpPr>
        <p:spPr>
          <a:xfrm>
            <a:off x="4108450" y="2870200"/>
            <a:ext cx="475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it works, add dashboard, alerts, </a:t>
            </a:r>
            <a:r>
              <a:rPr lang="en-US" dirty="0" err="1"/>
              <a:t>etc</a:t>
            </a:r>
            <a:r>
              <a:rPr lang="en-US" dirty="0"/>
              <a:t>?????</a:t>
            </a:r>
          </a:p>
        </p:txBody>
      </p:sp>
    </p:spTree>
    <p:extLst>
      <p:ext uri="{BB962C8B-B14F-4D97-AF65-F5344CB8AC3E}">
        <p14:creationId xmlns:p14="http://schemas.microsoft.com/office/powerpoint/2010/main" val="3843448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ECCDD-76E5-9277-E530-B1E41C265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B62A71-3A26-894D-2917-F2D8D484EBF3}"/>
              </a:ext>
            </a:extLst>
          </p:cNvPr>
          <p:cNvSpPr txBox="1"/>
          <p:nvPr/>
        </p:nvSpPr>
        <p:spPr>
          <a:xfrm>
            <a:off x="5175250" y="3092450"/>
            <a:ext cx="2811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Embed video demo here??</a:t>
            </a:r>
          </a:p>
        </p:txBody>
      </p:sp>
    </p:spTree>
    <p:extLst>
      <p:ext uri="{BB962C8B-B14F-4D97-AF65-F5344CB8AC3E}">
        <p14:creationId xmlns:p14="http://schemas.microsoft.com/office/powerpoint/2010/main" val="2843351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C758D-94EC-EE9A-4DB0-C9236ACFC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5422EA-FBCD-9E2D-CE98-223FC642188A}"/>
              </a:ext>
            </a:extLst>
          </p:cNvPr>
          <p:cNvSpPr txBox="1"/>
          <p:nvPr/>
        </p:nvSpPr>
        <p:spPr>
          <a:xfrm>
            <a:off x="5816600" y="2971800"/>
            <a:ext cx="2722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Future enhancements???</a:t>
            </a:r>
          </a:p>
        </p:txBody>
      </p:sp>
    </p:spTree>
    <p:extLst>
      <p:ext uri="{BB962C8B-B14F-4D97-AF65-F5344CB8AC3E}">
        <p14:creationId xmlns:p14="http://schemas.microsoft.com/office/powerpoint/2010/main" val="2591129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804137-57EF-6D49-93ED-F3091062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3086CD-B820-9A17-0AE9-8920ED8A5030}"/>
              </a:ext>
            </a:extLst>
          </p:cNvPr>
          <p:cNvSpPr txBox="1"/>
          <p:nvPr/>
        </p:nvSpPr>
        <p:spPr>
          <a:xfrm>
            <a:off x="5816600" y="2971800"/>
            <a:ext cx="3730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Insurance tie-in…closing impact???</a:t>
            </a:r>
          </a:p>
        </p:txBody>
      </p:sp>
    </p:spTree>
    <p:extLst>
      <p:ext uri="{BB962C8B-B14F-4D97-AF65-F5344CB8AC3E}">
        <p14:creationId xmlns:p14="http://schemas.microsoft.com/office/powerpoint/2010/main" val="4181067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D0C6D-4C80-E42D-90DF-33EAB6D76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1427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8ADF2-78C9-7142-6B37-B14C14F5D4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CB09D-DF14-3717-9A28-3BE9BEB605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999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161</Words>
  <Application>Microsoft Office PowerPoint</Application>
  <PresentationFormat>Widescreen</PresentationFormat>
  <Paragraphs>35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Lall</dc:creator>
  <cp:lastModifiedBy>Andrew Lall</cp:lastModifiedBy>
  <cp:revision>150</cp:revision>
  <dcterms:created xsi:type="dcterms:W3CDTF">2026-10-12T13:22:38Z</dcterms:created>
  <dcterms:modified xsi:type="dcterms:W3CDTF">2026-10-14T19:29:42Z</dcterms:modified>
</cp:coreProperties>
</file>